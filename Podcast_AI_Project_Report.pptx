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Podcast AI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Project: Infosys</a:t>
            </a:r>
          </a:p>
          <a:p>
            <a:r>
              <a:t>Automated Audio Analysis using Local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Objective: Build an offline, privacy-focused tool for audio analysis.</a:t>
            </a:r>
          </a:p>
          <a:p>
            <a:pPr>
              <a:spcAft>
                <a:spcPts val="1000"/>
              </a:spcAft>
              <a:defRPr sz="1800"/>
            </a:pPr>
            <a:r>
              <a:t>Problem Solved: Converts unstructured audio data into structured insights.</a:t>
            </a:r>
          </a:p>
          <a:p>
            <a:pPr>
              <a:spcAft>
                <a:spcPts val="1000"/>
              </a:spcAft>
              <a:defRPr sz="1800"/>
            </a:pPr>
            <a:r>
              <a:t>Core Value Proposition:</a:t>
            </a:r>
          </a:p>
          <a:p>
            <a:pPr lvl="1">
              <a:spcAft>
                <a:spcPts val="1000"/>
              </a:spcAft>
              <a:defRPr sz="1800"/>
            </a:pPr>
            <a:r>
              <a:t>No Cloud Dependency (Privacy Safe)</a:t>
            </a:r>
          </a:p>
          <a:p>
            <a:pPr lvl="1">
              <a:spcAft>
                <a:spcPts val="1000"/>
              </a:spcAft>
              <a:defRPr sz="1800"/>
            </a:pPr>
            <a:r>
              <a:t>Zero API Costs (Runs locally)</a:t>
            </a:r>
          </a:p>
          <a:p>
            <a:pPr lvl="1">
              <a:spcAft>
                <a:spcPts val="1000"/>
              </a:spcAft>
              <a:defRPr sz="1800"/>
            </a:pPr>
            <a:r>
              <a:t>Multi-model Integration (Speech, Text, Sentiment)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Language: Python 3.9+</a:t>
            </a:r>
          </a:p>
          <a:p>
            <a:pPr>
              <a:spcAft>
                <a:spcPts val="1000"/>
              </a:spcAft>
              <a:defRPr sz="1800"/>
            </a:pPr>
            <a:r>
              <a:t>Frontend: Streamlit (Interactive Dashboard)</a:t>
            </a:r>
          </a:p>
          <a:p>
            <a:pPr>
              <a:spcAft>
                <a:spcPts val="1000"/>
              </a:spcAft>
              <a:defRPr sz="1800"/>
            </a:pPr>
            <a:r>
              <a:t>AI Models:</a:t>
            </a:r>
          </a:p>
          <a:p>
            <a:pPr lvl="1">
              <a:spcAft>
                <a:spcPts val="1000"/>
              </a:spcAft>
              <a:defRPr sz="1800"/>
            </a:pPr>
            <a:r>
              <a:t>Transcription: OpenAI Whisper (Base model)</a:t>
            </a:r>
          </a:p>
          <a:p>
            <a:pPr lvl="1">
              <a:spcAft>
                <a:spcPts val="1000"/>
              </a:spcAft>
              <a:defRPr sz="1800"/>
            </a:pPr>
            <a:r>
              <a:t>Summarization: HuggingFace Transformers (DistilBART)</a:t>
            </a:r>
          </a:p>
          <a:p>
            <a:pPr lvl="1">
              <a:spcAft>
                <a:spcPts val="1000"/>
              </a:spcAft>
              <a:defRPr sz="1800"/>
            </a:pPr>
            <a:r>
              <a:t>Sentiment: NLTK VADER &amp; TextBlob</a:t>
            </a:r>
          </a:p>
          <a:p>
            <a:pPr lvl="1">
              <a:spcAft>
                <a:spcPts val="1000"/>
              </a:spcAft>
              <a:defRPr sz="1800"/>
            </a:pPr>
            <a:r>
              <a:t>Topic Extraction: Scikit-Learn (TF-IDF &amp; Cosine Similarity)</a:t>
            </a:r>
          </a:p>
          <a:p>
            <a:pPr>
              <a:spcAft>
                <a:spcPts val="1000"/>
              </a:spcAft>
              <a:defRPr sz="1800"/>
            </a:pPr>
            <a:r>
              <a:t>Audio Processing: Librosa &amp; SoundFile</a:t>
            </a:r>
          </a:p>
          <a:p>
            <a:pPr>
              <a:spcAft>
                <a:spcPts val="1000"/>
              </a:spcAft>
              <a:defRPr sz="1800"/>
            </a:pPr>
            <a:r>
              <a:t>Visualization: Plotly Express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Backend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Initial State: Simple script processing files linearly.</a:t>
            </a:r>
          </a:p>
          <a:p>
            <a:pPr>
              <a:spcAft>
                <a:spcPts val="1000"/>
              </a:spcAft>
              <a:defRPr sz="1800"/>
            </a:pPr>
            <a:r>
              <a:t>Optimization &amp; Performance:</a:t>
            </a:r>
          </a:p>
          <a:p>
            <a:pPr lvl="1">
              <a:spcAft>
                <a:spcPts val="1000"/>
              </a:spcAft>
              <a:defRPr sz="1800"/>
            </a:pPr>
            <a:r>
              <a:t>Implemented Model Caching (Singleton Pattern) to reduce load times.</a:t>
            </a:r>
          </a:p>
          <a:p>
            <a:pPr>
              <a:spcAft>
                <a:spcPts val="1000"/>
              </a:spcAft>
              <a:defRPr sz="1800"/>
            </a:pPr>
            <a:r>
              <a:t>File System Architecture:</a:t>
            </a:r>
          </a:p>
          <a:p>
            <a:pPr lvl="1">
              <a:spcAft>
                <a:spcPts val="1000"/>
              </a:spcAft>
              <a:defRPr sz="1800"/>
            </a:pPr>
            <a:r>
              <a:t>Structured storage: /audio, /transcripts, /summary, /sentiment_data.</a:t>
            </a:r>
          </a:p>
          <a:p>
            <a:pPr lvl="1">
              <a:spcAft>
                <a:spcPts val="1000"/>
              </a:spcAft>
              <a:defRPr sz="1800"/>
            </a:pPr>
            <a:r>
              <a:t>JSON-based persistence ensures data isn't lost on restart.</a:t>
            </a:r>
          </a:p>
          <a:p>
            <a:pPr>
              <a:spcAft>
                <a:spcPts val="1000"/>
              </a:spcAft>
              <a:defRPr sz="1800"/>
            </a:pPr>
            <a:r>
              <a:t>Logic Refinements:</a:t>
            </a:r>
          </a:p>
          <a:p>
            <a:pPr lvl="1">
              <a:spcAft>
                <a:spcPts val="1000"/>
              </a:spcAft>
              <a:defRPr sz="1800"/>
            </a:pPr>
            <a:r>
              <a:t>Robust imports (fallback strategies).</a:t>
            </a:r>
          </a:p>
          <a:p>
            <a:pPr lvl="1">
              <a:spcAft>
                <a:spcPts val="1000"/>
              </a:spcAft>
              <a:defRPr sz="1800"/>
            </a:pPr>
            <a:r>
              <a:t>Audio format normalization (16kHz WAV conversion).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Feature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Smart Summarization: Generates abstractive summaries of episodes.</a:t>
            </a:r>
          </a:p>
          <a:p>
            <a:pPr>
              <a:spcAft>
                <a:spcPts val="1000"/>
              </a:spcAft>
              <a:defRPr sz="1800"/>
            </a:pPr>
            <a:r>
              <a:t>Topic Segmentation:</a:t>
            </a:r>
          </a:p>
          <a:p>
            <a:pPr lvl="1">
              <a:spcAft>
                <a:spcPts val="1000"/>
              </a:spcAft>
              <a:defRPr sz="1800"/>
            </a:pPr>
            <a:r>
              <a:t>Mathematically detects conversation shifts.</a:t>
            </a:r>
          </a:p>
          <a:p>
            <a:pPr lvl="1">
              <a:spcAft>
                <a:spcPts val="1000"/>
              </a:spcAft>
              <a:defRPr sz="1800"/>
            </a:pPr>
            <a:r>
              <a:t>Includes Audio Player synced to specific segment timestamps.</a:t>
            </a:r>
          </a:p>
          <a:p>
            <a:pPr lvl="1">
              <a:spcAft>
                <a:spcPts val="1000"/>
              </a:spcAft>
              <a:defRPr sz="1800"/>
            </a:pPr>
            <a:r>
              <a:t>'Download Info' button for saving segment details.</a:t>
            </a:r>
          </a:p>
          <a:p>
            <a:pPr>
              <a:spcAft>
                <a:spcPts val="1000"/>
              </a:spcAft>
              <a:defRPr sz="1800"/>
            </a:pPr>
            <a:r>
              <a:t>Granular Sentiment Analysis:</a:t>
            </a:r>
          </a:p>
          <a:p>
            <a:pPr lvl="1">
              <a:spcAft>
                <a:spcPts val="1000"/>
              </a:spcAft>
              <a:defRPr sz="1800"/>
            </a:pPr>
            <a:r>
              <a:t>Calculates emotional tone (Positive/Negative/Neutral) per topic.</a:t>
            </a:r>
          </a:p>
          <a:p>
            <a:pPr lvl="1">
              <a:spcAft>
                <a:spcPts val="1000"/>
              </a:spcAft>
              <a:defRPr sz="1800"/>
            </a:pPr>
            <a:r>
              <a:t>Visualized via color-coded tags in the UI.</a:t>
            </a:r>
          </a:p>
          <a:p>
            <a:pPr>
              <a:spcAft>
                <a:spcPts val="1000"/>
              </a:spcAft>
              <a:defRPr sz="1800"/>
            </a:pPr>
            <a:r>
              <a:t>Search &amp; Highlight: Full-text search within transcripts.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Dashboard UI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Framework: Streamlit</a:t>
            </a:r>
          </a:p>
          <a:p>
            <a:pPr>
              <a:spcAft>
                <a:spcPts val="1000"/>
              </a:spcAft>
              <a:defRPr sz="1800"/>
            </a:pPr>
            <a:r>
              <a:t>Layout Structure:</a:t>
            </a:r>
          </a:p>
          <a:p>
            <a:pPr lvl="1">
              <a:spcAft>
                <a:spcPts val="1000"/>
              </a:spcAft>
              <a:defRPr sz="1800"/>
            </a:pPr>
            <a:r>
              <a:t>Sidebar: Uploads (File/URL) &amp; Feature Toggles (Save resources).</a:t>
            </a:r>
          </a:p>
          <a:p>
            <a:pPr lvl="1">
              <a:spcAft>
                <a:spcPts val="1000"/>
              </a:spcAft>
              <a:defRPr sz="1800"/>
            </a:pPr>
            <a:r>
              <a:t>Tabs: Overview, Sentiment, Transcript.</a:t>
            </a:r>
          </a:p>
          <a:p>
            <a:pPr>
              <a:spcAft>
                <a:spcPts val="1000"/>
              </a:spcAft>
              <a:defRPr sz="1800"/>
            </a:pPr>
            <a:r>
              <a:t>Visual Polish:</a:t>
            </a:r>
          </a:p>
          <a:p>
            <a:pPr lvl="1">
              <a:spcAft>
                <a:spcPts val="1000"/>
              </a:spcAft>
              <a:defRPr sz="1800"/>
            </a:pPr>
            <a:r>
              <a:t>Removed emojis/comments for professional look.</a:t>
            </a:r>
          </a:p>
          <a:p>
            <a:pPr lvl="1">
              <a:spcAft>
                <a:spcPts val="1000"/>
              </a:spcAft>
              <a:defRPr sz="1800"/>
            </a:pPr>
            <a:r>
              <a:t>Custom CSS for cards, metric boxes, and sentiment labels.</a:t>
            </a:r>
          </a:p>
          <a:p>
            <a:pPr lvl="1">
              <a:spcAft>
                <a:spcPts val="1000"/>
              </a:spcAft>
              <a:defRPr sz="1800"/>
            </a:pPr>
            <a:r>
              <a:t>Responsive plotting with Plotly.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Testing &amp;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Unit Testing:</a:t>
            </a:r>
          </a:p>
          <a:p>
            <a:pPr lvl="1">
              <a:spcAft>
                <a:spcPts val="1000"/>
              </a:spcAft>
              <a:defRPr sz="1800"/>
            </a:pPr>
            <a:r>
              <a:t>Integrated 'unittest' for validating time-conversion logic.</a:t>
            </a:r>
          </a:p>
          <a:p>
            <a:pPr>
              <a:spcAft>
                <a:spcPts val="1000"/>
              </a:spcAft>
              <a:defRPr sz="1800"/>
            </a:pPr>
            <a:r>
              <a:t>Error Handling:</a:t>
            </a:r>
          </a:p>
          <a:p>
            <a:pPr lvl="1">
              <a:spcAft>
                <a:spcPts val="1000"/>
              </a:spcAft>
              <a:defRPr sz="1800"/>
            </a:pPr>
            <a:r>
              <a:t>Try-Except blocks for missing files or failed downloads.</a:t>
            </a:r>
          </a:p>
          <a:p>
            <a:pPr lvl="1">
              <a:spcAft>
                <a:spcPts val="1000"/>
              </a:spcAft>
              <a:defRPr sz="1800"/>
            </a:pPr>
            <a:r>
              <a:t>User-friendly error messages in the UI.</a:t>
            </a:r>
          </a:p>
          <a:p>
            <a:pPr>
              <a:spcAft>
                <a:spcPts val="1000"/>
              </a:spcAft>
              <a:defRPr sz="1800"/>
            </a:pPr>
            <a:r>
              <a:t>Robustness:</a:t>
            </a:r>
          </a:p>
          <a:p>
            <a:pPr lvl="1">
              <a:spcAft>
                <a:spcPts val="1000"/>
              </a:spcAft>
              <a:defRPr sz="1800"/>
            </a:pPr>
            <a:r>
              <a:t>Dynamic path handling (pathlib) for Windows compatibility.</a:t>
            </a:r>
          </a:p>
          <a:p>
            <a:pPr lvl="1">
              <a:spcAft>
                <a:spcPts val="1000"/>
              </a:spcAft>
              <a:defRPr sz="1800"/>
            </a:pPr>
            <a:r>
              <a:t>Checkbox toggles to control heavy AI processes.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